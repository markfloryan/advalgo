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"/>
  </p:notesMasterIdLst>
  <p:sldIdLst>
    <p:sldId id="256" r:id="rId2"/>
    <p:sldId id="505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1"/>
    <p:restoredTop sz="94517"/>
  </p:normalViewPr>
  <p:slideViewPr>
    <p:cSldViewPr snapToGrid="0" snapToObjects="1">
      <p:cViewPr varScale="1">
        <p:scale>
          <a:sx n="107" d="100"/>
          <a:sy n="107" d="100"/>
        </p:scale>
        <p:origin x="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12029</TotalTime>
  <Words>160</Words>
  <Application>Microsoft Macintosh PowerPoint</Application>
  <PresentationFormat>Widescreen</PresentationFormat>
  <Paragraphs>13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Tw Cen MT</vt:lpstr>
      <vt:lpstr>Circuit</vt:lpstr>
      <vt:lpstr>CS4501 Daily Announcements</vt:lpstr>
      <vt:lpstr>Lecture 2: 1/20/26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230</cp:revision>
  <dcterms:created xsi:type="dcterms:W3CDTF">2023-02-24T14:15:53Z</dcterms:created>
  <dcterms:modified xsi:type="dcterms:W3CDTF">2026-01-20T14:34:38Z</dcterms:modified>
</cp:coreProperties>
</file>