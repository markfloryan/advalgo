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14"/>
  </p:notesMasterIdLst>
  <p:sldIdLst>
    <p:sldId id="256" r:id="rId2"/>
    <p:sldId id="505" r:id="rId3"/>
    <p:sldId id="506" r:id="rId4"/>
    <p:sldId id="507" r:id="rId5"/>
    <p:sldId id="508" r:id="rId6"/>
    <p:sldId id="509" r:id="rId7"/>
    <p:sldId id="510" r:id="rId8"/>
    <p:sldId id="511" r:id="rId9"/>
    <p:sldId id="512" r:id="rId10"/>
    <p:sldId id="513" r:id="rId11"/>
    <p:sldId id="514" r:id="rId12"/>
    <p:sldId id="51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9"/>
    <p:restoredTop sz="94502"/>
  </p:normalViewPr>
  <p:slideViewPr>
    <p:cSldViewPr snapToGrid="0" snapToObjects="1">
      <p:cViewPr varScale="1">
        <p:scale>
          <a:sx n="157" d="100"/>
          <a:sy n="157" d="100"/>
        </p:scale>
        <p:origin x="19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CS4501</a:t>
            </a:r>
            <a:br>
              <a:rPr lang="en-US" dirty="0"/>
            </a:br>
            <a:r>
              <a:rPr lang="en-US" dirty="0"/>
              <a:t>Daily Announcements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Advanced Algorithms and Implementations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2: 1/20/26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Missed first lecture, on Waitlist, or just got into the class? Read syllabus VERY carefully. Make sure you see course policies like required attendance, etc.</a:t>
            </a:r>
          </a:p>
          <a:p>
            <a:r>
              <a:rPr lang="en-US" dirty="0"/>
              <a:t>We had our first homework lab day…how’d it go? Any strong opinions?</a:t>
            </a:r>
          </a:p>
          <a:p>
            <a:pPr lvl="1"/>
            <a:r>
              <a:rPr lang="en-US" dirty="0"/>
              <a:t>This room is not ideal but other than that I thought it went pretty well.</a:t>
            </a:r>
          </a:p>
          <a:p>
            <a:r>
              <a:rPr lang="en-US" dirty="0"/>
              <a:t>First homework is due tonight (free extension until Sunday evening)</a:t>
            </a:r>
          </a:p>
          <a:p>
            <a:pPr lvl="1"/>
            <a:r>
              <a:rPr lang="en-US" dirty="0"/>
              <a:t>It is a pretty tough one. How is it going so far? </a:t>
            </a:r>
          </a:p>
          <a:p>
            <a:pPr lvl="1"/>
            <a:r>
              <a:rPr lang="en-US" dirty="0"/>
              <a:t>Need any tips or hints?</a:t>
            </a:r>
          </a:p>
          <a:p>
            <a:pPr lvl="1"/>
            <a:r>
              <a:rPr lang="en-US" dirty="0"/>
              <a:t>Please don’t hesitate to come to OH to get some help / nudge in the right direction.</a:t>
            </a:r>
          </a:p>
          <a:p>
            <a:r>
              <a:rPr lang="en-US" dirty="0"/>
              <a:t>No attendance check today because roster hasn’t fully settled yet, but those will start very soon.</a:t>
            </a:r>
          </a:p>
          <a:p>
            <a:r>
              <a:rPr lang="en-US" dirty="0"/>
              <a:t>Today we will begin our first topic: Fenwick Trees!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5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60E5-299F-C2E6-65D2-838BBFBE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C011B03-89ED-69AC-2EC1-84A957073CC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3: 1/22/26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988D23D-41E8-75B8-1A99-F4DA9C298AE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 fontScale="92500"/>
          </a:bodyPr>
          <a:lstStyle/>
          <a:p>
            <a:r>
              <a:rPr lang="en-US" dirty="0"/>
              <a:t>Missed first lecture, on Waitlist, or just got into the class? Read syllabus VERY carefully. Make sure you see course policies like required attendance, etc.</a:t>
            </a:r>
          </a:p>
          <a:p>
            <a:r>
              <a:rPr lang="en-US" dirty="0"/>
              <a:t>First homework is past due (free extension until Sunday evening)</a:t>
            </a:r>
          </a:p>
          <a:p>
            <a:pPr lvl="1"/>
            <a:r>
              <a:rPr lang="en-US" dirty="0"/>
              <a:t>It is a pretty tough one. How is it going so far? </a:t>
            </a:r>
          </a:p>
          <a:p>
            <a:pPr lvl="1"/>
            <a:r>
              <a:rPr lang="en-US" dirty="0"/>
              <a:t>Need any tips or hints?</a:t>
            </a:r>
          </a:p>
          <a:p>
            <a:pPr lvl="1"/>
            <a:r>
              <a:rPr lang="en-US" dirty="0"/>
              <a:t>Please don’t hesitate to come to OH to get some help / nudge in the right direction.</a:t>
            </a:r>
          </a:p>
          <a:p>
            <a:r>
              <a:rPr lang="en-US" dirty="0"/>
              <a:t>First attendance check is today!</a:t>
            </a:r>
          </a:p>
          <a:p>
            <a:r>
              <a:rPr lang="en-US" dirty="0"/>
              <a:t>Second programming assignment will release next Thursday</a:t>
            </a:r>
          </a:p>
          <a:p>
            <a:pPr lvl="1"/>
            <a:r>
              <a:rPr lang="en-US" dirty="0"/>
              <a:t>If we have class (snow hasn’t trapped us all in) then we will have another lab day to start the assignment.</a:t>
            </a:r>
          </a:p>
          <a:p>
            <a:r>
              <a:rPr lang="en-US" dirty="0"/>
              <a:t>Today we will finish our first topic: Fenwick </a:t>
            </a:r>
            <a:r>
              <a:rPr lang="en-US" dirty="0" err="1"/>
              <a:t>Trees!..and</a:t>
            </a:r>
            <a:r>
              <a:rPr lang="en-US" dirty="0"/>
              <a:t> maybe start the next topic if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63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A9F6-61EC-0520-25F9-CD5470C1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3E9F47-3632-2C47-E58E-B72B1A62A8E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4: 2/3/26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98DE7AB-1AC6-9E52-45FB-9BEEED98DC3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/>
          </a:bodyPr>
          <a:lstStyle/>
          <a:p>
            <a:r>
              <a:rPr lang="en-US" dirty="0"/>
              <a:t>Missed first lecture, on Waitlist, or just got into the class? Read syllabus VERY carefully. Make sure you see course policies like required attendance, etc.</a:t>
            </a:r>
          </a:p>
          <a:p>
            <a:r>
              <a:rPr lang="en-US" dirty="0"/>
              <a:t>Attendance checks will start more regularly now</a:t>
            </a:r>
          </a:p>
          <a:p>
            <a:r>
              <a:rPr lang="en-US" dirty="0"/>
              <a:t>Second homework (Fenwick Trees) is due tonight!</a:t>
            </a:r>
          </a:p>
          <a:p>
            <a:pPr lvl="1"/>
            <a:r>
              <a:rPr lang="en-US" dirty="0"/>
              <a:t>It isn’t too bad so try to finish it on time if you can.</a:t>
            </a:r>
          </a:p>
          <a:p>
            <a:pPr lvl="1"/>
            <a:r>
              <a:rPr lang="en-US" dirty="0" err="1"/>
              <a:t>Rememeber</a:t>
            </a:r>
            <a:r>
              <a:rPr lang="en-US" dirty="0"/>
              <a:t> you get automatic extension to Sunday for any reason, but NO extensions past that</a:t>
            </a:r>
          </a:p>
          <a:p>
            <a:r>
              <a:rPr lang="en-US" dirty="0"/>
              <a:t>We are one lecture behind due to snow day</a:t>
            </a:r>
          </a:p>
          <a:p>
            <a:pPr lvl="1"/>
            <a:r>
              <a:rPr lang="en-US" dirty="0"/>
              <a:t>But I think that will be ok as the next section is pretty short so we have a chance to catch up.</a:t>
            </a:r>
          </a:p>
          <a:p>
            <a:r>
              <a:rPr lang="en-US" dirty="0"/>
              <a:t>Today we will start our next topic: Segment Trees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4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C0EDA-61C2-F8B4-AE1E-2544AC26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AFAFC40-3FB8-739E-1BCB-DB5FF7024E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5: 2/5/26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042BF07-22F5-77CA-00DC-63FA80339BE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/>
          </a:bodyPr>
          <a:lstStyle/>
          <a:p>
            <a:r>
              <a:rPr lang="en-US" dirty="0"/>
              <a:t>Missed first lecture, on Waitlist, or just got into the class? Read syllabus VERY carefully. Make sure you see course policies like required attendance, etc.</a:t>
            </a:r>
          </a:p>
          <a:p>
            <a:r>
              <a:rPr lang="en-US" dirty="0"/>
              <a:t>Attendance checks will start more regularly now</a:t>
            </a:r>
          </a:p>
          <a:p>
            <a:r>
              <a:rPr lang="en-US" dirty="0"/>
              <a:t>Second homework (Fenwick Trees) was due Tuesday!</a:t>
            </a:r>
          </a:p>
          <a:p>
            <a:pPr lvl="1"/>
            <a:r>
              <a:rPr lang="en-US" dirty="0"/>
              <a:t>I hope you finished it on </a:t>
            </a:r>
            <a:r>
              <a:rPr lang="en-US" dirty="0" err="1"/>
              <a:t>time.d</a:t>
            </a:r>
            <a:endParaRPr lang="en-US" dirty="0"/>
          </a:p>
          <a:p>
            <a:pPr lvl="1"/>
            <a:r>
              <a:rPr lang="en-US" dirty="0"/>
              <a:t>Remember you get automatic extension to Sunday for any reason, but NO extensions past that</a:t>
            </a:r>
          </a:p>
          <a:p>
            <a:r>
              <a:rPr lang="en-US" dirty="0"/>
              <a:t>We are about one half lecture (</a:t>
            </a:r>
            <a:r>
              <a:rPr lang="en-US" dirty="0" err="1"/>
              <a:t>ish</a:t>
            </a:r>
            <a:r>
              <a:rPr lang="en-US" dirty="0"/>
              <a:t>) behind due to snow day</a:t>
            </a:r>
          </a:p>
          <a:p>
            <a:pPr lvl="1"/>
            <a:r>
              <a:rPr lang="en-US" dirty="0"/>
              <a:t>But I think that will be ok as the next section is pretty short so we have a chance to catch up.</a:t>
            </a:r>
          </a:p>
          <a:p>
            <a:r>
              <a:rPr lang="en-US" dirty="0"/>
              <a:t>Today we will finish Segment Trees and Start Linear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90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41EA6-8D40-F2C5-88D7-763BD581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076E4AD-2F10-C409-AA94-63CAC2AC6A5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6: 2/10/26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A10BCF2-793E-E5DD-46A5-EFBCD60EF4F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/>
          </a:bodyPr>
          <a:lstStyle/>
          <a:p>
            <a:r>
              <a:rPr lang="en-US" dirty="0"/>
              <a:t>Attendance checks will start more regularly now</a:t>
            </a:r>
          </a:p>
          <a:p>
            <a:r>
              <a:rPr lang="en-US" dirty="0"/>
              <a:t>Second homework (Fenwick Trees) was due Tuesday!</a:t>
            </a:r>
          </a:p>
          <a:p>
            <a:pPr lvl="1"/>
            <a:r>
              <a:rPr lang="en-US" dirty="0"/>
              <a:t>I hope you finished it on time</a:t>
            </a:r>
          </a:p>
          <a:p>
            <a:r>
              <a:rPr lang="en-US" dirty="0"/>
              <a:t>We will be doing our next homework day on Thursday. Please bring your laptop. This one is a fun challenge, think you will enjoy!</a:t>
            </a:r>
          </a:p>
          <a:p>
            <a:r>
              <a:rPr lang="en-US" dirty="0"/>
              <a:t>We are about one half lecture (</a:t>
            </a:r>
            <a:r>
              <a:rPr lang="en-US" dirty="0" err="1"/>
              <a:t>ish</a:t>
            </a:r>
            <a:r>
              <a:rPr lang="en-US" dirty="0"/>
              <a:t>) behind due to snow day</a:t>
            </a:r>
          </a:p>
          <a:p>
            <a:pPr lvl="1"/>
            <a:r>
              <a:rPr lang="en-US" dirty="0"/>
              <a:t>But I think we will naturally catch up over time.</a:t>
            </a:r>
          </a:p>
          <a:p>
            <a:r>
              <a:rPr lang="en-US" dirty="0"/>
              <a:t>Today we will continue discussing linear programming.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01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C905-FA82-21FF-D77D-EC770B7DC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CF69A73-D90B-5CBB-3998-AB145930110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7: 2/17/26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D2C36A-635F-C4B0-868D-4A4B0FE90CB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Attendance checks will start more regularly now</a:t>
            </a:r>
          </a:p>
          <a:p>
            <a:r>
              <a:rPr lang="en-US" dirty="0"/>
              <a:t>Third homework (Segment Trees) is due tonight </a:t>
            </a:r>
          </a:p>
          <a:p>
            <a:pPr lvl="1"/>
            <a:r>
              <a:rPr lang="en-US" dirty="0"/>
              <a:t>As always, extension for up to 5 days if necessary. No extension past that.</a:t>
            </a:r>
          </a:p>
          <a:p>
            <a:r>
              <a:rPr lang="en-US" dirty="0"/>
              <a:t>We have another lab day this Thursday (sorry for having two in a row)</a:t>
            </a:r>
          </a:p>
          <a:p>
            <a:pPr lvl="1"/>
            <a:r>
              <a:rPr lang="en-US" dirty="0"/>
              <a:t>I’m away at a conference on Thursday but the TAs will be here to assist.</a:t>
            </a:r>
          </a:p>
          <a:p>
            <a:r>
              <a:rPr lang="en-US" dirty="0"/>
              <a:t>Next week we will have a normal two-lecture week and will start the next section on Computational Geometry</a:t>
            </a:r>
          </a:p>
          <a:p>
            <a:r>
              <a:rPr lang="en-US" dirty="0"/>
              <a:t>Spring break is the week after that! Several things happen after that:</a:t>
            </a:r>
          </a:p>
          <a:p>
            <a:pPr lvl="1"/>
            <a:r>
              <a:rPr lang="en-US" dirty="0"/>
              <a:t>Quizzes start to happen. First one is the week after Spring break. Only two </a:t>
            </a:r>
            <a:r>
              <a:rPr lang="en-US" dirty="0" err="1"/>
              <a:t>homeworks</a:t>
            </a:r>
            <a:r>
              <a:rPr lang="en-US" dirty="0"/>
              <a:t> after spring break, class gets more quiz focused.</a:t>
            </a:r>
          </a:p>
          <a:p>
            <a:pPr lvl="1"/>
            <a:r>
              <a:rPr lang="en-US" dirty="0"/>
              <a:t>Final project details will be finalized and you will sign up for groups for that after break.</a:t>
            </a:r>
          </a:p>
          <a:p>
            <a:r>
              <a:rPr lang="en-US" dirty="0"/>
              <a:t>Today we will finish discussing linear programming.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7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B50F3-DCE1-4F0A-6254-422B103F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701B42-5E43-EE83-E27E-4EC3FE33DDF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8: 2/24/26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2FE8E27-708C-EADC-CBFE-D9A2F8D5FFF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 fontScale="92500"/>
          </a:bodyPr>
          <a:lstStyle/>
          <a:p>
            <a:r>
              <a:rPr lang="en-US" dirty="0"/>
              <a:t>Attendance checks will start more regularly now</a:t>
            </a:r>
          </a:p>
          <a:p>
            <a:r>
              <a:rPr lang="en-US" dirty="0"/>
              <a:t>Fourth homework (Linear Programming) is due tonight </a:t>
            </a:r>
          </a:p>
          <a:p>
            <a:pPr lvl="1"/>
            <a:r>
              <a:rPr lang="en-US" dirty="0"/>
              <a:t>How is it going?? Seems like many of you are getting it.</a:t>
            </a:r>
          </a:p>
          <a:p>
            <a:pPr lvl="1"/>
            <a:r>
              <a:rPr lang="en-US" dirty="0"/>
              <a:t>As always, extension for up to 5 days if necessary. No extension past that.</a:t>
            </a:r>
          </a:p>
          <a:p>
            <a:r>
              <a:rPr lang="en-US" dirty="0"/>
              <a:t>Normal lecture for both days this week.</a:t>
            </a:r>
          </a:p>
          <a:p>
            <a:pPr lvl="1"/>
            <a:r>
              <a:rPr lang="en-US" dirty="0"/>
              <a:t>I won’t do the attendance thing on Thursday…so no worries if you are leaving for break early</a:t>
            </a:r>
          </a:p>
          <a:p>
            <a:r>
              <a:rPr lang="en-US" dirty="0"/>
              <a:t>Next week is Spring Break!</a:t>
            </a:r>
          </a:p>
          <a:p>
            <a:pPr lvl="1"/>
            <a:r>
              <a:rPr lang="en-US" dirty="0"/>
              <a:t>First quiz is the week we get back (on Thursday). I’ll post a sample soon.</a:t>
            </a:r>
          </a:p>
          <a:p>
            <a:pPr lvl="1"/>
            <a:r>
              <a:rPr lang="en-US" dirty="0"/>
              <a:t>Project starts after break as well…we will sign up for groups, etc. More on this when we get back from spring break.</a:t>
            </a:r>
          </a:p>
          <a:p>
            <a:r>
              <a:rPr lang="en-US" dirty="0"/>
              <a:t>Today we will finish discussing linear programming and start </a:t>
            </a:r>
            <a:r>
              <a:rPr lang="en-US"/>
              <a:t>computational geometry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64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A559-3086-DC2C-36A6-4597E8CD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D7D48FF-8BC3-94C8-F131-BF49950E1C1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9: 2/26/26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A60C6B0-125E-204F-1311-799DAD5F8A0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February is almost over!! Hooray!</a:t>
            </a:r>
          </a:p>
          <a:p>
            <a:r>
              <a:rPr lang="en-US" dirty="0"/>
              <a:t>No attendance check today</a:t>
            </a:r>
          </a:p>
          <a:p>
            <a:r>
              <a:rPr lang="en-US" dirty="0"/>
              <a:t>Fourth homework (Linear Programming) was due Tuesday</a:t>
            </a:r>
          </a:p>
          <a:p>
            <a:pPr lvl="1"/>
            <a:r>
              <a:rPr lang="en-US" dirty="0"/>
              <a:t>We are in the extension period now</a:t>
            </a:r>
          </a:p>
          <a:p>
            <a:r>
              <a:rPr lang="en-US" dirty="0"/>
              <a:t>Some of you are on your phone in lecture a lot and I can clearly see it. I’ve learned your names (great way to get me to learn that!) and will start deducting from your attendance score if it keeps happening.</a:t>
            </a:r>
          </a:p>
          <a:p>
            <a:r>
              <a:rPr lang="en-US" dirty="0"/>
              <a:t>Normal lecture for both days this week.</a:t>
            </a:r>
          </a:p>
          <a:p>
            <a:r>
              <a:rPr lang="en-US" dirty="0"/>
              <a:t>Next week is Spring Break!</a:t>
            </a:r>
          </a:p>
          <a:p>
            <a:pPr lvl="1"/>
            <a:r>
              <a:rPr lang="en-US" dirty="0"/>
              <a:t>First quiz is the week we get back (on Thursday). I’ll post a sample soon.</a:t>
            </a:r>
          </a:p>
          <a:p>
            <a:pPr lvl="1"/>
            <a:r>
              <a:rPr lang="en-US" dirty="0"/>
              <a:t>Project starts after break as well…we will sign up for groups, etc. More on this when we get back from spring break.</a:t>
            </a:r>
          </a:p>
          <a:p>
            <a:r>
              <a:rPr lang="en-US" dirty="0"/>
              <a:t>Today we will continue discussing some computational geometry algorithms.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35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D5DF4-EBAA-DE66-9025-145CB8DA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A9E9846-F2D3-7EF2-486E-05347EC8B4E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10: 3/10/26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8E33523-82C8-7C1F-D833-046445BA6C8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Happy March!</a:t>
            </a:r>
          </a:p>
          <a:p>
            <a:r>
              <a:rPr lang="en-US" dirty="0"/>
              <a:t>Attendance checks are back in full force today…</a:t>
            </a:r>
          </a:p>
          <a:p>
            <a:r>
              <a:rPr lang="en-US" dirty="0"/>
              <a:t>Linear Programming homework is over.</a:t>
            </a:r>
          </a:p>
          <a:p>
            <a:pPr lvl="1"/>
            <a:r>
              <a:rPr lang="en-US" dirty="0"/>
              <a:t>How did it go? Any issues / problems?</a:t>
            </a:r>
          </a:p>
          <a:p>
            <a:r>
              <a:rPr lang="en-US" dirty="0"/>
              <a:t>Some of you are on your phone in lecture a lot and I can clearly see it. I’ve learned your names (great way to get me to learn that!) and will start deducting from your attendance score if it keeps happening.</a:t>
            </a:r>
          </a:p>
          <a:p>
            <a:r>
              <a:rPr lang="en-US" dirty="0"/>
              <a:t>Today we will discuss the project and start getting into teams, etc. </a:t>
            </a:r>
          </a:p>
          <a:p>
            <a:pPr lvl="1"/>
            <a:r>
              <a:rPr lang="en-US" dirty="0"/>
              <a:t>You can have your laptops out for this first part if you want to go ahead and sign up for groups</a:t>
            </a:r>
          </a:p>
          <a:p>
            <a:r>
              <a:rPr lang="en-US" dirty="0"/>
              <a:t>You first quiz (exam) is on Thursday</a:t>
            </a:r>
          </a:p>
          <a:p>
            <a:pPr lvl="1"/>
            <a:r>
              <a:rPr lang="en-US" dirty="0"/>
              <a:t>Example has been posted to Canvas files</a:t>
            </a:r>
          </a:p>
          <a:p>
            <a:r>
              <a:rPr lang="en-US" dirty="0"/>
              <a:t>Today we will discuss the project then continue discussing some computational geometry algorithms.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77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08CB-6E9A-7433-4B0D-6E68FE22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F1FF0CC-62B2-3FA0-22DF-D47ABC8FFF8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11: 3/17/26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F66F60-D8E3-400A-76FA-92CD5C53E4C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Happy March!</a:t>
            </a:r>
          </a:p>
          <a:p>
            <a:r>
              <a:rPr lang="en-US" dirty="0"/>
              <a:t>Attendance checks are back in full force today…</a:t>
            </a:r>
          </a:p>
          <a:p>
            <a:r>
              <a:rPr lang="en-US" dirty="0"/>
              <a:t>This week will be a normal week of full lectures (yay!)</a:t>
            </a:r>
          </a:p>
          <a:p>
            <a:r>
              <a:rPr lang="en-US" dirty="0"/>
              <a:t>You should have a project group now. If you don’t sign up immediately</a:t>
            </a:r>
          </a:p>
          <a:p>
            <a:pPr lvl="1"/>
            <a:r>
              <a:rPr lang="en-US" dirty="0"/>
              <a:t>Start learning your algorithm and implementing in the three languages</a:t>
            </a:r>
          </a:p>
          <a:p>
            <a:pPr lvl="1"/>
            <a:r>
              <a:rPr lang="en-US" dirty="0"/>
              <a:t>Three implementations are due early (4/7/26)</a:t>
            </a:r>
          </a:p>
          <a:p>
            <a:r>
              <a:rPr lang="en-US" dirty="0"/>
              <a:t>You took your quiz on Thursday!</a:t>
            </a:r>
          </a:p>
          <a:p>
            <a:pPr lvl="1"/>
            <a:r>
              <a:rPr lang="en-US" dirty="0"/>
              <a:t>We were going to grade it yesterday but…</a:t>
            </a:r>
          </a:p>
          <a:p>
            <a:pPr lvl="1"/>
            <a:r>
              <a:rPr lang="en-US" dirty="0"/>
              <a:t>Should be graded Wednesday evening</a:t>
            </a:r>
          </a:p>
          <a:p>
            <a:r>
              <a:rPr lang="en-US" dirty="0"/>
              <a:t>Today we will continue discussing Computational Geometry (small chance we finish)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90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E42E-0010-9260-3D8A-DD75BCAA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5BD79ED-52AF-FC46-3897-EE8315B86AC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12: 3/19/26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E3BD3CF-9CD7-E1F1-6AEB-4D69D5E31B6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1404" y="1123950"/>
            <a:ext cx="10204315" cy="5149850"/>
          </a:xfrm>
        </p:spPr>
        <p:txBody>
          <a:bodyPr>
            <a:normAutofit/>
          </a:bodyPr>
          <a:lstStyle/>
          <a:p>
            <a:r>
              <a:rPr lang="en-US" dirty="0"/>
              <a:t>Happy March!</a:t>
            </a:r>
          </a:p>
          <a:p>
            <a:r>
              <a:rPr lang="en-US" dirty="0"/>
              <a:t>Attendance checks are back in full force today…</a:t>
            </a:r>
          </a:p>
          <a:p>
            <a:r>
              <a:rPr lang="en-US" dirty="0"/>
              <a:t>This week will be a normal week of full lectures (yay!)</a:t>
            </a:r>
          </a:p>
          <a:p>
            <a:r>
              <a:rPr lang="en-US" dirty="0"/>
              <a:t>You should have a project group now. If you don’t sign up immediately</a:t>
            </a:r>
          </a:p>
          <a:p>
            <a:pPr lvl="1"/>
            <a:r>
              <a:rPr lang="en-US" dirty="0"/>
              <a:t>Start learning your algorithm and implementing in the three languages</a:t>
            </a:r>
          </a:p>
          <a:p>
            <a:pPr lvl="1"/>
            <a:r>
              <a:rPr lang="en-US" dirty="0"/>
              <a:t>Three implementations are due early (4/7/26)</a:t>
            </a:r>
          </a:p>
          <a:p>
            <a:r>
              <a:rPr lang="en-US" dirty="0"/>
              <a:t>Quiz is graded!</a:t>
            </a:r>
          </a:p>
          <a:p>
            <a:pPr lvl="1"/>
            <a:r>
              <a:rPr lang="en-US" dirty="0"/>
              <a:t>You all did great…nice job</a:t>
            </a:r>
          </a:p>
          <a:p>
            <a:pPr lvl="1"/>
            <a:r>
              <a:rPr lang="en-US" dirty="0"/>
              <a:t>Regrades will open eventually. I will go over it briefly today</a:t>
            </a:r>
          </a:p>
          <a:p>
            <a:r>
              <a:rPr lang="en-US" dirty="0"/>
              <a:t>Today we will finish comp. geo. and probably start approximations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826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12052</TotalTime>
  <Words>1411</Words>
  <Application>Microsoft Macintosh PowerPoint</Application>
  <PresentationFormat>Widescreen</PresentationFormat>
  <Paragraphs>115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Tw Cen MT</vt:lpstr>
      <vt:lpstr>Circuit</vt:lpstr>
      <vt:lpstr>CS4501 Daily Announcements</vt:lpstr>
      <vt:lpstr>Lecture 2: 1/20/26</vt:lpstr>
      <vt:lpstr>Lecture 3: 1/22/26</vt:lpstr>
      <vt:lpstr>Lecture 4: 2/3/26</vt:lpstr>
      <vt:lpstr>Lecture 5: 2/5/26</vt:lpstr>
      <vt:lpstr>Lecture 6: 2/10/26</vt:lpstr>
      <vt:lpstr>Lecture 7: 2/17/26</vt:lpstr>
      <vt:lpstr>Lecture 8: 2/24/26</vt:lpstr>
      <vt:lpstr>Lecture 9: 2/26/26</vt:lpstr>
      <vt:lpstr>Lecture 10: 3/10/26</vt:lpstr>
      <vt:lpstr>Lecture 11: 3/17/26</vt:lpstr>
      <vt:lpstr>Lecture 12: 3/19/26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240</cp:revision>
  <dcterms:created xsi:type="dcterms:W3CDTF">2023-02-24T14:15:53Z</dcterms:created>
  <dcterms:modified xsi:type="dcterms:W3CDTF">2026-03-19T12:46:20Z</dcterms:modified>
</cp:coreProperties>
</file>