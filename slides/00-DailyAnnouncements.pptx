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11"/>
  </p:notesMasterIdLst>
  <p:sldIdLst>
    <p:sldId id="256" r:id="rId2"/>
    <p:sldId id="505" r:id="rId3"/>
    <p:sldId id="506" r:id="rId4"/>
    <p:sldId id="507" r:id="rId5"/>
    <p:sldId id="508" r:id="rId6"/>
    <p:sldId id="509" r:id="rId7"/>
    <p:sldId id="510" r:id="rId8"/>
    <p:sldId id="511" r:id="rId9"/>
    <p:sldId id="512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85"/>
    <p:restoredTop sz="94533"/>
  </p:normalViewPr>
  <p:slideViewPr>
    <p:cSldViewPr snapToGrid="0" snapToObjects="1">
      <p:cViewPr varScale="1">
        <p:scale>
          <a:sx n="168" d="100"/>
          <a:sy n="168" d="100"/>
        </p:scale>
        <p:origin x="496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CS4501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Advanced Algorithms and Implementations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2: 1/20/26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We had our first homework lab day…how’d it go? Any strong opinions?</a:t>
            </a:r>
          </a:p>
          <a:p>
            <a:pPr lvl="1"/>
            <a:r>
              <a:rPr lang="en-US" dirty="0"/>
              <a:t>This room is not ideal but other than that I thought it went pretty well.</a:t>
            </a:r>
          </a:p>
          <a:p>
            <a:r>
              <a:rPr lang="en-US" dirty="0"/>
              <a:t>First homework is due tonight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No attendance check today because roster hasn’t fully settled yet, but those will start very soon.</a:t>
            </a:r>
          </a:p>
          <a:p>
            <a:r>
              <a:rPr lang="en-US" dirty="0"/>
              <a:t>Today we will begin our first topic: Fenwick Trees!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F60E5-299F-C2E6-65D2-838BBFBE92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C011B03-89ED-69AC-2EC1-84A957073CC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3: 1/22/26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88D23D-41E8-75B8-1A99-F4DA9C298A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First homework is past due (free extension until Sunday evening)</a:t>
            </a:r>
          </a:p>
          <a:p>
            <a:pPr lvl="1"/>
            <a:r>
              <a:rPr lang="en-US" dirty="0"/>
              <a:t>It is a pretty tough one. How is it going so far? </a:t>
            </a:r>
          </a:p>
          <a:p>
            <a:pPr lvl="1"/>
            <a:r>
              <a:rPr lang="en-US" dirty="0"/>
              <a:t>Need any tips or hints?</a:t>
            </a:r>
          </a:p>
          <a:p>
            <a:pPr lvl="1"/>
            <a:r>
              <a:rPr lang="en-US" dirty="0"/>
              <a:t>Please don’t hesitate to come to OH to get some help / nudge in the right direction.</a:t>
            </a:r>
          </a:p>
          <a:p>
            <a:r>
              <a:rPr lang="en-US" dirty="0"/>
              <a:t>First attendance check is today!</a:t>
            </a:r>
          </a:p>
          <a:p>
            <a:r>
              <a:rPr lang="en-US" dirty="0"/>
              <a:t>Second programming assignment will release next Thursday</a:t>
            </a:r>
          </a:p>
          <a:p>
            <a:pPr lvl="1"/>
            <a:r>
              <a:rPr lang="en-US" dirty="0"/>
              <a:t>If we have class (snow hasn’t trapped us all in) then we will have another lab day to start the assignment.</a:t>
            </a:r>
          </a:p>
          <a:p>
            <a:r>
              <a:rPr lang="en-US" dirty="0"/>
              <a:t>Today we will finish our first topic: Fenwick </a:t>
            </a:r>
            <a:r>
              <a:rPr lang="en-US" dirty="0" err="1"/>
              <a:t>Trees!..and</a:t>
            </a:r>
            <a:r>
              <a:rPr lang="en-US" dirty="0"/>
              <a:t> maybe start the next topic if time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6383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AA9F6-61EC-0520-25F9-CD5470C139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A3E9F47-3632-2C47-E58E-B72B1A62A8E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4: 2/3/26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E98DE7AB-1AC6-9E52-45FB-9BEEED98DC3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is due tonight!</a:t>
            </a:r>
          </a:p>
          <a:p>
            <a:pPr lvl="1"/>
            <a:r>
              <a:rPr lang="en-US" dirty="0"/>
              <a:t>It isn’t too bad so try to finish it on time if you can.</a:t>
            </a:r>
          </a:p>
          <a:p>
            <a:pPr lvl="1"/>
            <a:r>
              <a:rPr lang="en-US" dirty="0" err="1"/>
              <a:t>Rememeber</a:t>
            </a:r>
            <a:r>
              <a:rPr lang="en-US" dirty="0"/>
              <a:t> you get automatic extension to Sunday for any reason, but NO extensions past that</a:t>
            </a:r>
          </a:p>
          <a:p>
            <a:r>
              <a:rPr lang="en-US" dirty="0"/>
              <a:t>We are one lecture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start our next topic: Segment Trees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8442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C0EDA-61C2-F8B4-AE1E-2544AC26A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AFAFC40-3FB8-739E-1BCB-DB5FF7024ED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5: 2/5/26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5042BF07-22F5-77CA-00DC-63FA80339BEC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Missed first lecture, on Waitlist, or just got into the class? Read syllabus VERY carefully. Make sure you see course policies like required attendance, etc.</a:t>
            </a:r>
          </a:p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</a:t>
            </a:r>
            <a:r>
              <a:rPr lang="en-US" dirty="0" err="1"/>
              <a:t>time.d</a:t>
            </a:r>
            <a:endParaRPr lang="en-US" dirty="0"/>
          </a:p>
          <a:p>
            <a:pPr lvl="1"/>
            <a:r>
              <a:rPr lang="en-US" dirty="0"/>
              <a:t>Remember you get automatic extension to Sunday for any reason, but NO extensions past that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that will be ok as the next section is pretty short so we have a chance to catch up.</a:t>
            </a:r>
          </a:p>
          <a:p>
            <a:r>
              <a:rPr lang="en-US" dirty="0"/>
              <a:t>Today we will finish Segment Trees and Start Linear Programming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5900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41EA6-8D40-F2C5-88D7-763BD581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076E4AD-2F10-C409-AA94-63CAC2AC6A5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6: 2/10/26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1A10BCF2-793E-E5DD-46A5-EFBCD60EF4F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Second homework (Fenwick Trees) was due Tuesday!</a:t>
            </a:r>
          </a:p>
          <a:p>
            <a:pPr lvl="1"/>
            <a:r>
              <a:rPr lang="en-US" dirty="0"/>
              <a:t>I hope you finished it on time</a:t>
            </a:r>
          </a:p>
          <a:p>
            <a:r>
              <a:rPr lang="en-US" dirty="0"/>
              <a:t>We will be doing our next homework day on Thursday. Please bring your laptop. This one is a fun challenge, think you will enjoy!</a:t>
            </a:r>
          </a:p>
          <a:p>
            <a:r>
              <a:rPr lang="en-US" dirty="0"/>
              <a:t>We are about one half lecture (</a:t>
            </a:r>
            <a:r>
              <a:rPr lang="en-US" dirty="0" err="1"/>
              <a:t>ish</a:t>
            </a:r>
            <a:r>
              <a:rPr lang="en-US" dirty="0"/>
              <a:t>) behind due to snow day</a:t>
            </a:r>
          </a:p>
          <a:p>
            <a:pPr lvl="1"/>
            <a:r>
              <a:rPr lang="en-US" dirty="0"/>
              <a:t>But I think we will naturally catch up over time.</a:t>
            </a:r>
          </a:p>
          <a:p>
            <a:r>
              <a:rPr lang="en-US" dirty="0"/>
              <a:t>Today we will continue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0189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FC905-FA82-21FF-D77D-EC770B7DC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4CF69A73-D90B-5CBB-3998-AB145930110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7: 2/17/26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8D2C36A-635F-C4B0-868D-4A4B0FE90CB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Third homework (Segment Trees) is due tonight 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We have another lab day this Thursday (sorry for having two in a row)</a:t>
            </a:r>
          </a:p>
          <a:p>
            <a:pPr lvl="1"/>
            <a:r>
              <a:rPr lang="en-US" dirty="0"/>
              <a:t>I’m away at a conference on Thursday but the TAs will be here to assist.</a:t>
            </a:r>
          </a:p>
          <a:p>
            <a:r>
              <a:rPr lang="en-US" dirty="0"/>
              <a:t>Next week we will have a normal two-lecture week and will start the next section on Computational Geometry</a:t>
            </a:r>
          </a:p>
          <a:p>
            <a:r>
              <a:rPr lang="en-US" dirty="0"/>
              <a:t>Spring break is the week after that! Several things happen after that:</a:t>
            </a:r>
          </a:p>
          <a:p>
            <a:pPr lvl="1"/>
            <a:r>
              <a:rPr lang="en-US" dirty="0"/>
              <a:t>Quizzes start to happen. First one is the week after Spring break. Only two </a:t>
            </a:r>
            <a:r>
              <a:rPr lang="en-US" dirty="0" err="1"/>
              <a:t>homeworks</a:t>
            </a:r>
            <a:r>
              <a:rPr lang="en-US" dirty="0"/>
              <a:t> after spring break, class gets more quiz focused.</a:t>
            </a:r>
          </a:p>
          <a:p>
            <a:pPr lvl="1"/>
            <a:r>
              <a:rPr lang="en-US" dirty="0"/>
              <a:t>Final project details will be finalized and you will sign up for groups for that after break.</a:t>
            </a:r>
          </a:p>
          <a:p>
            <a:r>
              <a:rPr lang="en-US" dirty="0"/>
              <a:t>Today we will finish discussing linear programming.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5277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B50F3-DCE1-4F0A-6254-422B103FB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7701B42-5E43-EE83-E27E-4EC3FE33DDF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8: 2/24/26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2FE8E27-708C-EADC-CBFE-D9A2F8D5FFF9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92500"/>
          </a:bodyPr>
          <a:lstStyle/>
          <a:p>
            <a:r>
              <a:rPr lang="en-US" dirty="0"/>
              <a:t>Attendance checks will start more regularly now</a:t>
            </a:r>
          </a:p>
          <a:p>
            <a:r>
              <a:rPr lang="en-US" dirty="0"/>
              <a:t>Fourth homework (Linear Programming) is due tonight </a:t>
            </a:r>
          </a:p>
          <a:p>
            <a:pPr lvl="1"/>
            <a:r>
              <a:rPr lang="en-US" dirty="0"/>
              <a:t>How is it going?? Seems like many of you are getting it.</a:t>
            </a:r>
          </a:p>
          <a:p>
            <a:pPr lvl="1"/>
            <a:r>
              <a:rPr lang="en-US" dirty="0"/>
              <a:t>As always, extension for up to 5 days if necessary. No extension past that.</a:t>
            </a:r>
          </a:p>
          <a:p>
            <a:r>
              <a:rPr lang="en-US" dirty="0"/>
              <a:t>Normal lecture for both days this week.</a:t>
            </a:r>
          </a:p>
          <a:p>
            <a:pPr lvl="1"/>
            <a:r>
              <a:rPr lang="en-US" dirty="0"/>
              <a:t>I won’t do the attendance thing on Thursday…so no worries if you are leaving for break early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finish discussing linear programming and start </a:t>
            </a:r>
            <a:r>
              <a:rPr lang="en-US"/>
              <a:t>computational geometry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40647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AA559-3086-DC2C-36A6-4597E8CDD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D7D48FF-8BC3-94C8-F131-BF49950E1C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Lecture 9: 2/26/26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A60C6B0-125E-204F-1311-799DAD5F8A0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021404" y="1123950"/>
            <a:ext cx="10204315" cy="5149850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February is almost over!! Hooray!</a:t>
            </a:r>
          </a:p>
          <a:p>
            <a:r>
              <a:rPr lang="en-US" dirty="0"/>
              <a:t>No attendance check today</a:t>
            </a:r>
          </a:p>
          <a:p>
            <a:r>
              <a:rPr lang="en-US" dirty="0"/>
              <a:t>Fourth homework (Linear Programming) was due Tuesday</a:t>
            </a:r>
          </a:p>
          <a:p>
            <a:pPr lvl="1"/>
            <a:r>
              <a:rPr lang="en-US" dirty="0"/>
              <a:t>We are in the extension period now</a:t>
            </a:r>
          </a:p>
          <a:p>
            <a:r>
              <a:rPr lang="en-US" dirty="0"/>
              <a:t>Some of you are on your phone in lecture a lot and I can clearly see it. I’ve learned your names (great way to get me to learn that!) and will start deducting from your attendance score if it keeps happening.</a:t>
            </a:r>
          </a:p>
          <a:p>
            <a:r>
              <a:rPr lang="en-US" dirty="0"/>
              <a:t>Normal lecture for both days this week.</a:t>
            </a:r>
          </a:p>
          <a:p>
            <a:r>
              <a:rPr lang="en-US" dirty="0"/>
              <a:t>Next week is Spring Break!</a:t>
            </a:r>
          </a:p>
          <a:p>
            <a:pPr lvl="1"/>
            <a:r>
              <a:rPr lang="en-US" dirty="0"/>
              <a:t>First quiz is the week we get back (on Thursday). I’ll post a sample soon.</a:t>
            </a:r>
          </a:p>
          <a:p>
            <a:pPr lvl="1"/>
            <a:r>
              <a:rPr lang="en-US" dirty="0"/>
              <a:t>Project starts after break as well…we will sign up for groups, etc. More on this when we get back from spring break.</a:t>
            </a:r>
          </a:p>
          <a:p>
            <a:r>
              <a:rPr lang="en-US" dirty="0"/>
              <a:t>Today we will continue discussing some computational geometry algorithms.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535261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12046</TotalTime>
  <Words>1078</Words>
  <Application>Microsoft Macintosh PowerPoint</Application>
  <PresentationFormat>Widescreen</PresentationFormat>
  <Paragraphs>82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Tw Cen MT</vt:lpstr>
      <vt:lpstr>Circuit</vt:lpstr>
      <vt:lpstr>CS4501 Daily Announcements</vt:lpstr>
      <vt:lpstr>Lecture 2: 1/20/26</vt:lpstr>
      <vt:lpstr>Lecture 3: 1/22/26</vt:lpstr>
      <vt:lpstr>Lecture 4: 2/3/26</vt:lpstr>
      <vt:lpstr>Lecture 5: 2/5/26</vt:lpstr>
      <vt:lpstr>Lecture 6: 2/10/26</vt:lpstr>
      <vt:lpstr>Lecture 7: 2/17/26</vt:lpstr>
      <vt:lpstr>Lecture 8: 2/24/26</vt:lpstr>
      <vt:lpstr>Lecture 9: 2/26/26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237</cp:revision>
  <dcterms:created xsi:type="dcterms:W3CDTF">2023-02-24T14:15:53Z</dcterms:created>
  <dcterms:modified xsi:type="dcterms:W3CDTF">2026-02-26T12:53:45Z</dcterms:modified>
</cp:coreProperties>
</file>