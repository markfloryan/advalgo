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3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  <p:sldId id="513" r:id="rId11"/>
    <p:sldId id="51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64"/>
    <p:restoredTop sz="94492"/>
  </p:normalViewPr>
  <p:slideViewPr>
    <p:cSldViewPr snapToGrid="0" snapToObjects="1">
      <p:cViewPr varScale="1">
        <p:scale>
          <a:sx n="132" d="100"/>
          <a:sy n="132" d="100"/>
        </p:scale>
        <p:origin x="17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D5DF4-EBAA-DE66-9025-145CB8DA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A9E9846-F2D3-7EF2-486E-05347EC8B4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3/10/26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E33523-82C8-7C1F-D833-046445BA6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Linear Programming homework is over.</a:t>
            </a:r>
          </a:p>
          <a:p>
            <a:pPr lvl="1"/>
            <a:r>
              <a:rPr lang="en-US" dirty="0"/>
              <a:t>How did it go? Any issues / problems?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Today we will discuss the project and start getting into teams, etc. </a:t>
            </a:r>
          </a:p>
          <a:p>
            <a:pPr lvl="1"/>
            <a:r>
              <a:rPr lang="en-US" dirty="0"/>
              <a:t>You can have your laptops out for this first part if you want to go ahead and sign up for groups</a:t>
            </a:r>
          </a:p>
          <a:p>
            <a:r>
              <a:rPr lang="en-US" dirty="0"/>
              <a:t>You first quiz (exam) is on Thursday</a:t>
            </a:r>
          </a:p>
          <a:p>
            <a:pPr lvl="1"/>
            <a:r>
              <a:rPr lang="en-US" dirty="0"/>
              <a:t>Example has been posted to Canvas files</a:t>
            </a:r>
          </a:p>
          <a:p>
            <a:r>
              <a:rPr lang="en-US" dirty="0"/>
              <a:t>Today we will discuss the project then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77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8CB-6E9A-7433-4B0D-6E68FE22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F1FF0CC-62B2-3FA0-22DF-D47ABC8FFF8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3/17/26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AF66F60-D8E3-400A-76FA-92CD5C53E4C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You took your quiz on Thursday!</a:t>
            </a:r>
          </a:p>
          <a:p>
            <a:pPr lvl="1"/>
            <a:r>
              <a:rPr lang="en-US" dirty="0"/>
              <a:t>We were going to grade it yesterday but…</a:t>
            </a:r>
          </a:p>
          <a:p>
            <a:pPr lvl="1"/>
            <a:r>
              <a:rPr lang="en-US" dirty="0"/>
              <a:t>Should be graded Wednesday evening</a:t>
            </a:r>
          </a:p>
          <a:p>
            <a:r>
              <a:rPr lang="en-US" dirty="0"/>
              <a:t>Today we will continue discussing Computational Geometry (small chance we finish)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906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12050</TotalTime>
  <Words>1315</Words>
  <Application>Microsoft Macintosh PowerPoint</Application>
  <PresentationFormat>Widescreen</PresentationFormat>
  <Paragraphs>104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  <vt:lpstr>Lecture 10: 3/10/26</vt:lpstr>
      <vt:lpstr>Lecture 11: 3/17/26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239</cp:revision>
  <dcterms:created xsi:type="dcterms:W3CDTF">2023-02-24T14:15:53Z</dcterms:created>
  <dcterms:modified xsi:type="dcterms:W3CDTF">2026-03-17T14:11:14Z</dcterms:modified>
</cp:coreProperties>
</file>