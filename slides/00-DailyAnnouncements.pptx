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6"/>
  </p:notesMasterIdLst>
  <p:sldIdLst>
    <p:sldId id="256" r:id="rId2"/>
    <p:sldId id="505" r:id="rId3"/>
    <p:sldId id="506" r:id="rId4"/>
    <p:sldId id="507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24"/>
    <p:restoredTop sz="94517"/>
  </p:normalViewPr>
  <p:slideViewPr>
    <p:cSldViewPr snapToGrid="0" snapToObjects="1">
      <p:cViewPr varScale="1">
        <p:scale>
          <a:sx n="103" d="100"/>
          <a:sy n="103" d="100"/>
        </p:scale>
        <p:origin x="184" y="4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2/3/26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EC4347D3-4C9A-C240-8F14-750059DFEEB0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4347D3-4C9A-C240-8F14-750059DFEEB0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CS4501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Advanced Algorithms and Implementations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2: 1/20/26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We had our first homework lab day…how’d it go? Any strong opinions?</a:t>
            </a:r>
          </a:p>
          <a:p>
            <a:pPr lvl="1"/>
            <a:r>
              <a:rPr lang="en-US" dirty="0"/>
              <a:t>This room is not ideal but other than that I thought it went pretty well.</a:t>
            </a:r>
          </a:p>
          <a:p>
            <a:r>
              <a:rPr lang="en-US" dirty="0"/>
              <a:t>First homework is due tonight (free extension until Sunday evening)</a:t>
            </a:r>
          </a:p>
          <a:p>
            <a:pPr lvl="1"/>
            <a:r>
              <a:rPr lang="en-US" dirty="0"/>
              <a:t>It is a pretty tough one. How is it going so far? </a:t>
            </a:r>
          </a:p>
          <a:p>
            <a:pPr lvl="1"/>
            <a:r>
              <a:rPr lang="en-US" dirty="0"/>
              <a:t>Need any tips or hints?</a:t>
            </a:r>
          </a:p>
          <a:p>
            <a:pPr lvl="1"/>
            <a:r>
              <a:rPr lang="en-US" dirty="0"/>
              <a:t>Please don’t hesitate to come to OH to get some help / nudge in the right direction.</a:t>
            </a:r>
          </a:p>
          <a:p>
            <a:r>
              <a:rPr lang="en-US" dirty="0"/>
              <a:t>No attendance check today because roster hasn’t fully settled yet, but those will start very soon.</a:t>
            </a:r>
          </a:p>
          <a:p>
            <a:r>
              <a:rPr lang="en-US" dirty="0"/>
              <a:t>Today we will begin our first topic: Fenwick Trees!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F60E5-299F-C2E6-65D2-838BBFBE92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C011B03-89ED-69AC-2EC1-84A957073CC6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3: 1/22/26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988D23D-41E8-75B8-1A99-F4DA9C298AE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fontScale="92500"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First homework is past due (free extension until Sunday evening)</a:t>
            </a:r>
          </a:p>
          <a:p>
            <a:pPr lvl="1"/>
            <a:r>
              <a:rPr lang="en-US" dirty="0"/>
              <a:t>It is a pretty tough one. How is it going so far? </a:t>
            </a:r>
          </a:p>
          <a:p>
            <a:pPr lvl="1"/>
            <a:r>
              <a:rPr lang="en-US" dirty="0"/>
              <a:t>Need any tips or hints?</a:t>
            </a:r>
          </a:p>
          <a:p>
            <a:pPr lvl="1"/>
            <a:r>
              <a:rPr lang="en-US" dirty="0"/>
              <a:t>Please don’t hesitate to come to OH to get some help / nudge in the right direction.</a:t>
            </a:r>
          </a:p>
          <a:p>
            <a:r>
              <a:rPr lang="en-US" dirty="0"/>
              <a:t>First attendance check is today!</a:t>
            </a:r>
          </a:p>
          <a:p>
            <a:r>
              <a:rPr lang="en-US" dirty="0"/>
              <a:t>Second programming assignment will release next Thursday</a:t>
            </a:r>
          </a:p>
          <a:p>
            <a:pPr lvl="1"/>
            <a:r>
              <a:rPr lang="en-US" dirty="0"/>
              <a:t>If we have class (snow hasn’t trapped us all in) then we will have another lab day to start the assignment.</a:t>
            </a:r>
          </a:p>
          <a:p>
            <a:r>
              <a:rPr lang="en-US" dirty="0"/>
              <a:t>Today we will finish our first topic: Fenwick </a:t>
            </a:r>
            <a:r>
              <a:rPr lang="en-US" dirty="0" err="1"/>
              <a:t>Trees!..and</a:t>
            </a:r>
            <a:r>
              <a:rPr lang="en-US" dirty="0"/>
              <a:t> maybe start the next topic if time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66383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AA9F6-61EC-0520-25F9-CD5470C13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CA3E9F47-3632-2C47-E58E-B72B1A62A8EE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4: 2/3/26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E98DE7AB-1AC6-9E52-45FB-9BEEED98DC39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Second homework (Fenwick Trees) is due tonight!</a:t>
            </a:r>
          </a:p>
          <a:p>
            <a:pPr lvl="1"/>
            <a:r>
              <a:rPr lang="en-US" dirty="0"/>
              <a:t>It isn’t too bad so try to finish it on time if you can.</a:t>
            </a:r>
          </a:p>
          <a:p>
            <a:pPr lvl="1"/>
            <a:r>
              <a:rPr lang="en-US" dirty="0" err="1"/>
              <a:t>Rememeber</a:t>
            </a:r>
            <a:r>
              <a:rPr lang="en-US" dirty="0"/>
              <a:t> you get automatic extension to Sunday for any reason, but NO extensions past that</a:t>
            </a:r>
          </a:p>
          <a:p>
            <a:r>
              <a:rPr lang="en-US" dirty="0"/>
              <a:t>We are one lecture behind due to snow day</a:t>
            </a:r>
          </a:p>
          <a:p>
            <a:pPr lvl="1"/>
            <a:r>
              <a:rPr lang="en-US" dirty="0"/>
              <a:t>But I think that will be ok as the next section is pretty short so we have a chance to catch up.</a:t>
            </a:r>
          </a:p>
          <a:p>
            <a:r>
              <a:rPr lang="en-US" dirty="0"/>
              <a:t>Today we will start our next topic: Segment Trees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844211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12033</TotalTime>
  <Words>426</Words>
  <Application>Microsoft Macintosh PowerPoint</Application>
  <PresentationFormat>Widescreen</PresentationFormat>
  <Paragraphs>32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Tw Cen MT</vt:lpstr>
      <vt:lpstr>Circuit</vt:lpstr>
      <vt:lpstr>CS4501 Daily Announcements</vt:lpstr>
      <vt:lpstr>Lecture 2: 1/20/26</vt:lpstr>
      <vt:lpstr>Lecture 3: 1/22/26</vt:lpstr>
      <vt:lpstr>Lecture 4: 2/3/26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232</cp:revision>
  <dcterms:created xsi:type="dcterms:W3CDTF">2023-02-24T14:15:53Z</dcterms:created>
  <dcterms:modified xsi:type="dcterms:W3CDTF">2026-02-03T14:39:21Z</dcterms:modified>
</cp:coreProperties>
</file>