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8"/>
  </p:notesMasterIdLst>
  <p:sldIdLst>
    <p:sldId id="256" r:id="rId2"/>
    <p:sldId id="505" r:id="rId3"/>
    <p:sldId id="506" r:id="rId4"/>
    <p:sldId id="507" r:id="rId5"/>
    <p:sldId id="508" r:id="rId6"/>
    <p:sldId id="50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12039</TotalTime>
  <Words>639</Words>
  <Application>Microsoft Macintosh PowerPoint</Application>
  <PresentationFormat>Widescreen</PresentationFormat>
  <Paragraphs>49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234</cp:revision>
  <dcterms:created xsi:type="dcterms:W3CDTF">2023-02-24T14:15:53Z</dcterms:created>
  <dcterms:modified xsi:type="dcterms:W3CDTF">2026-02-10T14:47:43Z</dcterms:modified>
</cp:coreProperties>
</file>