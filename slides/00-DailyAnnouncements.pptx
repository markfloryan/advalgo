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5"/>
  </p:notesMasterIdLst>
  <p:sldIdLst>
    <p:sldId id="256" r:id="rId2"/>
    <p:sldId id="505" r:id="rId3"/>
    <p:sldId id="506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24"/>
    <p:restoredTop sz="94517"/>
  </p:normalViewPr>
  <p:slideViewPr>
    <p:cSldViewPr snapToGrid="0" snapToObjects="1">
      <p:cViewPr varScale="1">
        <p:scale>
          <a:sx n="103" d="100"/>
          <a:sy n="103" d="100"/>
        </p:scale>
        <p:origin x="184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CS4501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Advanced Algorithms and Implementations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2: 1/20/26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We had our first homework lab day…how’d it go? Any strong opinions?</a:t>
            </a:r>
          </a:p>
          <a:p>
            <a:pPr lvl="1"/>
            <a:r>
              <a:rPr lang="en-US" dirty="0"/>
              <a:t>This room is not ideal but other than that I thought it went pretty well.</a:t>
            </a:r>
          </a:p>
          <a:p>
            <a:r>
              <a:rPr lang="en-US" dirty="0"/>
              <a:t>First homework is due tonight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No attendance check today because roster hasn’t fully settled yet, but those will start very soon.</a:t>
            </a:r>
          </a:p>
          <a:p>
            <a:r>
              <a:rPr lang="en-US" dirty="0"/>
              <a:t>Today we will begin our first topic: Fenwick Trees!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F60E5-299F-C2E6-65D2-838BBFBE9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011B03-89ED-69AC-2EC1-84A957073CC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1/22/26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88D23D-41E8-75B8-1A99-F4DA9C298A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First homework is past due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First attendance check is today!</a:t>
            </a:r>
          </a:p>
          <a:p>
            <a:r>
              <a:rPr lang="en-US" dirty="0"/>
              <a:t>Second programming assignment will release next Thursday</a:t>
            </a:r>
          </a:p>
          <a:p>
            <a:pPr lvl="1"/>
            <a:r>
              <a:rPr lang="en-US" dirty="0"/>
              <a:t>If we have class (snow hasn’t trapped us all in) then we will have another lab day to start the assignment.</a:t>
            </a:r>
          </a:p>
          <a:p>
            <a:r>
              <a:rPr lang="en-US" dirty="0"/>
              <a:t>Today we will finish our first topic: Fenwick </a:t>
            </a:r>
            <a:r>
              <a:rPr lang="en-US" dirty="0" err="1"/>
              <a:t>Trees!..and</a:t>
            </a:r>
            <a:r>
              <a:rPr lang="en-US" dirty="0"/>
              <a:t> maybe start the next topic if 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63839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12031</TotalTime>
  <Words>301</Words>
  <Application>Microsoft Macintosh PowerPoint</Application>
  <PresentationFormat>Widescreen</PresentationFormat>
  <Paragraphs>23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Tw Cen MT</vt:lpstr>
      <vt:lpstr>Circuit</vt:lpstr>
      <vt:lpstr>CS4501 Daily Announcements</vt:lpstr>
      <vt:lpstr>Lecture 2: 1/20/26</vt:lpstr>
      <vt:lpstr>Lecture 3: 1/22/26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231</cp:revision>
  <dcterms:created xsi:type="dcterms:W3CDTF">2023-02-24T14:15:53Z</dcterms:created>
  <dcterms:modified xsi:type="dcterms:W3CDTF">2026-01-22T13:14:21Z</dcterms:modified>
</cp:coreProperties>
</file>