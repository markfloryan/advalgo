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6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51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2"/>
    <p:restoredTop sz="94492"/>
  </p:normalViewPr>
  <p:slideViewPr>
    <p:cSldViewPr snapToGrid="0" snapToObjects="1">
      <p:cViewPr varScale="1">
        <p:scale>
          <a:sx n="136" d="100"/>
          <a:sy n="136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8CB-6E9A-7433-4B0D-6E68FE22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F1FF0CC-62B2-3FA0-22DF-D47ABC8FFF8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3/17/26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AF66F60-D8E3-400A-76FA-92CD5C53E4C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we will have lecture on Tuesday and homework lab thingy on Thursday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Computational Geometry homework is releasing on Thursday</a:t>
            </a:r>
          </a:p>
          <a:p>
            <a:pPr lvl="1"/>
            <a:r>
              <a:rPr lang="en-US" dirty="0"/>
              <a:t>You know the drill, bring a laptop to class</a:t>
            </a:r>
          </a:p>
          <a:p>
            <a:pPr lvl="1"/>
            <a:r>
              <a:rPr lang="en-US" dirty="0"/>
              <a:t>Be prepared to discuss an approach to problem with your neighbors</a:t>
            </a:r>
          </a:p>
          <a:p>
            <a:r>
              <a:rPr lang="en-US" dirty="0"/>
              <a:t>Today we will begin the next section, approximation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90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E42E-0010-9260-3D8A-DD75BCAA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5BD79ED-52AF-FC46-3897-EE8315B86A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3/19/26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E3BD3CF-9CD7-E1F1-6AEB-4D69D5E31B6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826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A127D-7150-CC6D-D92D-8C0921B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7563D56-11B8-9E38-2F13-2A5D64016C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3/24/26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11ECC79-499B-A141-5714-0BF952F1C7B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647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0BF77-24F9-F61C-4149-67F355AE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1AD9A-D932-E6EE-3732-5824852E45E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3/31/26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ED3C14D-E7D5-00F2-B29E-2CEE035499F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3431357" y="1123950"/>
            <a:ext cx="7794362" cy="51498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pPr lvl="2"/>
            <a:r>
              <a:rPr lang="en-US" dirty="0"/>
              <a:t>You will push these to </a:t>
            </a:r>
            <a:r>
              <a:rPr lang="en-US" dirty="0" err="1"/>
              <a:t>github</a:t>
            </a:r>
            <a:r>
              <a:rPr lang="en-US" dirty="0"/>
              <a:t> repo in the folder as specified on website</a:t>
            </a:r>
          </a:p>
          <a:p>
            <a:r>
              <a:rPr lang="en-US" dirty="0"/>
              <a:t>You should be working on your Cows assignment</a:t>
            </a:r>
          </a:p>
          <a:p>
            <a:pPr lvl="1"/>
            <a:r>
              <a:rPr lang="en-US" dirty="0"/>
              <a:t>How’s it going? Last year’s class thought this one was pretty tough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Cows (this week)</a:t>
            </a:r>
          </a:p>
          <a:p>
            <a:pPr lvl="1"/>
            <a:r>
              <a:rPr lang="en-US" dirty="0"/>
              <a:t>Project implementations (due next week)</a:t>
            </a:r>
          </a:p>
          <a:p>
            <a:pPr lvl="1"/>
            <a:r>
              <a:rPr lang="en-US" dirty="0"/>
              <a:t>Approximations assignment (Due week after that)</a:t>
            </a:r>
          </a:p>
          <a:p>
            <a:pPr lvl="1"/>
            <a:r>
              <a:rPr lang="en-US" dirty="0"/>
              <a:t>Quiz (week after that)</a:t>
            </a:r>
          </a:p>
          <a:p>
            <a:pPr lvl="1"/>
            <a:r>
              <a:rPr lang="en-US" dirty="0"/>
              <a:t>Project presentations</a:t>
            </a:r>
          </a:p>
          <a:p>
            <a:r>
              <a:rPr lang="en-US" dirty="0"/>
              <a:t>Today we will continue with more approximation algorithms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57917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12064</TotalTime>
  <Words>1638</Words>
  <Application>Microsoft Macintosh PowerPoint</Application>
  <PresentationFormat>Widescreen</PresentationFormat>
  <Paragraphs>142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  <vt:lpstr>Lecture 11: 3/17/26</vt:lpstr>
      <vt:lpstr>Lecture 12: 3/19/26</vt:lpstr>
      <vt:lpstr>Lecture 13: 3/24/26</vt:lpstr>
      <vt:lpstr>Lecture 14: 3/31/26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243</cp:revision>
  <dcterms:created xsi:type="dcterms:W3CDTF">2023-02-24T14:15:53Z</dcterms:created>
  <dcterms:modified xsi:type="dcterms:W3CDTF">2026-03-31T14:37:22Z</dcterms:modified>
</cp:coreProperties>
</file>