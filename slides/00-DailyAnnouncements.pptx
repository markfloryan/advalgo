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5"/>
  </p:notesMasterIdLst>
  <p:sldIdLst>
    <p:sldId id="256" r:id="rId2"/>
    <p:sldId id="505" r:id="rId3"/>
    <p:sldId id="506" r:id="rId4"/>
    <p:sldId id="507" r:id="rId5"/>
    <p:sldId id="508" r:id="rId6"/>
    <p:sldId id="509" r:id="rId7"/>
    <p:sldId id="510" r:id="rId8"/>
    <p:sldId id="511" r:id="rId9"/>
    <p:sldId id="512" r:id="rId10"/>
    <p:sldId id="513" r:id="rId11"/>
    <p:sldId id="514" r:id="rId12"/>
    <p:sldId id="515" r:id="rId13"/>
    <p:sldId id="51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90"/>
    <p:restoredTop sz="94492"/>
  </p:normalViewPr>
  <p:slideViewPr>
    <p:cSldViewPr snapToGrid="0" snapToObjects="1">
      <p:cViewPr varScale="1">
        <p:scale>
          <a:sx n="137" d="100"/>
          <a:sy n="137" d="100"/>
        </p:scale>
        <p:origin x="2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C905-FA82-21FF-D77D-EC770B7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CF69A73-D90B-5CBB-3998-AB14593011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2/17/26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8D2C36A-635F-C4B0-868D-4A4B0FE90CB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Third homework (Segment Trees) is due tonight 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We have another lab day this Thursday (sorry for having two in a row)</a:t>
            </a:r>
          </a:p>
          <a:p>
            <a:pPr lvl="1"/>
            <a:r>
              <a:rPr lang="en-US" dirty="0"/>
              <a:t>I’m away at a conference on Thursday but the TAs will be here to assist.</a:t>
            </a:r>
          </a:p>
          <a:p>
            <a:r>
              <a:rPr lang="en-US" dirty="0"/>
              <a:t>Next week we will have a normal two-lecture week and will start the next section on Computational Geometry</a:t>
            </a:r>
          </a:p>
          <a:p>
            <a:r>
              <a:rPr lang="en-US" dirty="0"/>
              <a:t>Spring break is the week after that! Several things happen after that:</a:t>
            </a:r>
          </a:p>
          <a:p>
            <a:pPr lvl="1"/>
            <a:r>
              <a:rPr lang="en-US" dirty="0"/>
              <a:t>Quizzes start to happen. First one is the week after Spring break. Only two </a:t>
            </a:r>
            <a:r>
              <a:rPr lang="en-US" dirty="0" err="1"/>
              <a:t>homeworks</a:t>
            </a:r>
            <a:r>
              <a:rPr lang="en-US" dirty="0"/>
              <a:t> after spring break, class gets more quiz focused.</a:t>
            </a:r>
          </a:p>
          <a:p>
            <a:pPr lvl="1"/>
            <a:r>
              <a:rPr lang="en-US" dirty="0"/>
              <a:t>Final project details will be finalized and you will sign up for groups for that after break.</a:t>
            </a:r>
          </a:p>
          <a:p>
            <a:r>
              <a:rPr lang="en-US" dirty="0"/>
              <a:t>Today we will finish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7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50F3-DCE1-4F0A-6254-422B103F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7701B42-5E43-EE83-E27E-4EC3FE33DD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2/24/26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2FE8E27-708C-EADC-CBFE-D9A2F8D5FFF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Fourth homework (Linear Programming) is due tonight </a:t>
            </a:r>
          </a:p>
          <a:p>
            <a:pPr lvl="1"/>
            <a:r>
              <a:rPr lang="en-US" dirty="0"/>
              <a:t>How is it going?? Seems like many of you are getting it.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Normal lecture for both days this week.</a:t>
            </a:r>
          </a:p>
          <a:p>
            <a:pPr lvl="1"/>
            <a:r>
              <a:rPr lang="en-US" dirty="0"/>
              <a:t>I won’t do the attendance thing on Thursday…so no worries if you are leaving for break early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finish discussing linear programming and start </a:t>
            </a:r>
            <a:r>
              <a:rPr lang="en-US"/>
              <a:t>computational geometry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64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AA559-3086-DC2C-36A6-4597E8CDD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D7D48FF-8BC3-94C8-F131-BF49950E1C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2/26/26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A60C6B0-125E-204F-1311-799DAD5F8A0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February is almost over!! Hooray!</a:t>
            </a:r>
          </a:p>
          <a:p>
            <a:r>
              <a:rPr lang="en-US" dirty="0"/>
              <a:t>No attendance check today</a:t>
            </a:r>
          </a:p>
          <a:p>
            <a:r>
              <a:rPr lang="en-US" dirty="0"/>
              <a:t>Fourth homework (Linear Programming) was due Tuesday</a:t>
            </a:r>
          </a:p>
          <a:p>
            <a:pPr lvl="1"/>
            <a:r>
              <a:rPr lang="en-US" dirty="0"/>
              <a:t>We are in the extension period now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Normal lecture for both days this week.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352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D5DF4-EBAA-DE66-9025-145CB8DAB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A9E9846-F2D3-7EF2-486E-05347EC8B4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3/10/26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E33523-82C8-7C1F-D833-046445BA6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Linear Programming homework is over.</a:t>
            </a:r>
          </a:p>
          <a:p>
            <a:pPr lvl="1"/>
            <a:r>
              <a:rPr lang="en-US" dirty="0"/>
              <a:t>How did it go? Any issues / problems?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Today we will discuss the project and start getting into teams, etc. </a:t>
            </a:r>
          </a:p>
          <a:p>
            <a:pPr lvl="1"/>
            <a:r>
              <a:rPr lang="en-US" dirty="0"/>
              <a:t>You can have your laptops out for this first part if you want to go ahead and sign up for groups</a:t>
            </a:r>
          </a:p>
          <a:p>
            <a:r>
              <a:rPr lang="en-US" dirty="0"/>
              <a:t>You first quiz (exam) is on Thursday</a:t>
            </a:r>
          </a:p>
          <a:p>
            <a:pPr lvl="1"/>
            <a:r>
              <a:rPr lang="en-US" dirty="0"/>
              <a:t>Example has been posted to Canvas files</a:t>
            </a:r>
          </a:p>
          <a:p>
            <a:r>
              <a:rPr lang="en-US" dirty="0"/>
              <a:t>Today we will discuss the project then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477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8CB-6E9A-7433-4B0D-6E68FE22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F1FF0CC-62B2-3FA0-22DF-D47ABC8FFF8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3/17/26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AF66F60-D8E3-400A-76FA-92CD5C53E4C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we will have lecture on Tuesday and homework lab thingy on Thursday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Computational Geometry homework is releasing on Thursday</a:t>
            </a:r>
          </a:p>
          <a:p>
            <a:pPr lvl="1"/>
            <a:r>
              <a:rPr lang="en-US" dirty="0"/>
              <a:t>You know the drill, bring a laptop to class</a:t>
            </a:r>
          </a:p>
          <a:p>
            <a:pPr lvl="1"/>
            <a:r>
              <a:rPr lang="en-US" dirty="0"/>
              <a:t>Be prepared to discuss an approach to problem with your neighbors</a:t>
            </a:r>
          </a:p>
          <a:p>
            <a:r>
              <a:rPr lang="en-US" dirty="0"/>
              <a:t>Today we will begin the next section, approximation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9906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E42E-0010-9260-3D8A-DD75BCAA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5BD79ED-52AF-FC46-3897-EE8315B86A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3/19/26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E3BD3CF-9CD7-E1F1-6AEB-4D69D5E31B6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Quiz is graded!</a:t>
            </a:r>
          </a:p>
          <a:p>
            <a:pPr lvl="1"/>
            <a:r>
              <a:rPr lang="en-US" dirty="0"/>
              <a:t>You all did great…nice job</a:t>
            </a:r>
          </a:p>
          <a:p>
            <a:pPr lvl="1"/>
            <a:r>
              <a:rPr lang="en-US" dirty="0"/>
              <a:t>Regrades will open eventually. I will go over it briefly today</a:t>
            </a:r>
          </a:p>
          <a:p>
            <a:r>
              <a:rPr lang="en-US" dirty="0"/>
              <a:t>Today we will finish comp. geo. and probably start approximations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826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A127D-7150-CC6D-D92D-8C0921B0D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7563D56-11B8-9E38-2F13-2A5D64016C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3/24/26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11ECC79-499B-A141-5714-0BF952F1C7B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Quiz is graded!</a:t>
            </a:r>
          </a:p>
          <a:p>
            <a:pPr lvl="1"/>
            <a:r>
              <a:rPr lang="en-US" dirty="0"/>
              <a:t>You all did great…nice job</a:t>
            </a:r>
          </a:p>
          <a:p>
            <a:pPr lvl="1"/>
            <a:r>
              <a:rPr lang="en-US" dirty="0"/>
              <a:t>Regrades will open eventually. I will go over it briefly today</a:t>
            </a:r>
          </a:p>
          <a:p>
            <a:r>
              <a:rPr lang="en-US" dirty="0"/>
              <a:t>Today we will finish comp. geo. and probably start approximations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6474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12054</TotalTime>
  <Words>1513</Words>
  <Application>Microsoft Macintosh PowerPoint</Application>
  <PresentationFormat>Widescreen</PresentationFormat>
  <Paragraphs>126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  <vt:lpstr>Lecture 7: 2/17/26</vt:lpstr>
      <vt:lpstr>Lecture 8: 2/24/26</vt:lpstr>
      <vt:lpstr>Lecture 9: 2/26/26</vt:lpstr>
      <vt:lpstr>Lecture 10: 3/10/26</vt:lpstr>
      <vt:lpstr>Lecture 11: 3/17/26</vt:lpstr>
      <vt:lpstr>Lecture 12: 3/19/26</vt:lpstr>
      <vt:lpstr>Lecture 13: 3/24/26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241</cp:revision>
  <dcterms:created xsi:type="dcterms:W3CDTF">2023-02-24T14:15:53Z</dcterms:created>
  <dcterms:modified xsi:type="dcterms:W3CDTF">2026-03-24T14:13:15Z</dcterms:modified>
</cp:coreProperties>
</file>