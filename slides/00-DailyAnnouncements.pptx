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0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12044</TotalTime>
  <Words>933</Words>
  <Application>Microsoft Macintosh PowerPoint</Application>
  <PresentationFormat>Widescreen</PresentationFormat>
  <Paragraphs>71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236</cp:revision>
  <dcterms:created xsi:type="dcterms:W3CDTF">2023-02-24T14:15:53Z</dcterms:created>
  <dcterms:modified xsi:type="dcterms:W3CDTF">2026-02-24T14:38:37Z</dcterms:modified>
</cp:coreProperties>
</file>