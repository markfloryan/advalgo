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9"/>
  </p:notesMasterIdLst>
  <p:sldIdLst>
    <p:sldId id="256" r:id="rId2"/>
    <p:sldId id="505" r:id="rId3"/>
    <p:sldId id="506" r:id="rId4"/>
    <p:sldId id="507" r:id="rId5"/>
    <p:sldId id="508" r:id="rId6"/>
    <p:sldId id="509" r:id="rId7"/>
    <p:sldId id="51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24"/>
    <p:restoredTop sz="94517"/>
  </p:normalViewPr>
  <p:slideViewPr>
    <p:cSldViewPr snapToGrid="0" snapToObjects="1">
      <p:cViewPr varScale="1">
        <p:scale>
          <a:sx n="103" d="100"/>
          <a:sy n="103" d="100"/>
        </p:scale>
        <p:origin x="18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0EDA-61C2-F8B4-AE1E-2544AC26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AFAFC40-3FB8-739E-1BCB-DB5FF7024E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2/5/26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042BF07-22F5-77CA-00DC-63FA80339BE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</a:t>
            </a:r>
            <a:r>
              <a:rPr lang="en-US" dirty="0" err="1"/>
              <a:t>time.d</a:t>
            </a:r>
            <a:endParaRPr lang="en-US" dirty="0"/>
          </a:p>
          <a:p>
            <a:pPr lvl="1"/>
            <a:r>
              <a:rPr lang="en-US" dirty="0"/>
              <a:t>Remember you get automatic extension to Sunday for any reason, but NO extensions past that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finish Segment Trees and Start Linear Programming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900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1EA6-8D40-F2C5-88D7-763BD581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076E4AD-2F10-C409-AA94-63CAC2AC6A5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2/10/26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A10BCF2-793E-E5DD-46A5-EFBCD60EF4F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time</a:t>
            </a:r>
          </a:p>
          <a:p>
            <a:r>
              <a:rPr lang="en-US" dirty="0"/>
              <a:t>We will be doing our next homework day on Thursday. Please bring your laptop. This one is a fun challenge, think you will enjoy!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we will naturally catch up over time.</a:t>
            </a:r>
          </a:p>
          <a:p>
            <a:r>
              <a:rPr lang="en-US" dirty="0"/>
              <a:t>Today we will continue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1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FC905-FA82-21FF-D77D-EC770B7DC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CF69A73-D90B-5CBB-3998-AB14593011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2/17/26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8D2C36A-635F-C4B0-868D-4A4B0FE90CB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Third homework (Segment Trees) is due tonight 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We have another lab day this Thursday (sorry for having two in a row)</a:t>
            </a:r>
          </a:p>
          <a:p>
            <a:pPr lvl="1"/>
            <a:r>
              <a:rPr lang="en-US" dirty="0"/>
              <a:t>I’m away at a conference on Thursday but the TAs will be here to assist.</a:t>
            </a:r>
          </a:p>
          <a:p>
            <a:r>
              <a:rPr lang="en-US" dirty="0"/>
              <a:t>Next week we will have a normal two-lecture week and will start the next section on Computational Geometry</a:t>
            </a:r>
          </a:p>
          <a:p>
            <a:r>
              <a:rPr lang="en-US" dirty="0"/>
              <a:t>Spring break is the week after that! Several things happen after that:</a:t>
            </a:r>
          </a:p>
          <a:p>
            <a:pPr lvl="1"/>
            <a:r>
              <a:rPr lang="en-US" dirty="0"/>
              <a:t>Quizzes start to happen. First one is the week after Spring break. Only two </a:t>
            </a:r>
            <a:r>
              <a:rPr lang="en-US" dirty="0" err="1"/>
              <a:t>homeworks</a:t>
            </a:r>
            <a:r>
              <a:rPr lang="en-US" dirty="0"/>
              <a:t> after spring break, class gets more quiz focused.</a:t>
            </a:r>
          </a:p>
          <a:p>
            <a:pPr lvl="1"/>
            <a:r>
              <a:rPr lang="en-US" dirty="0"/>
              <a:t>Final project details will be finalized and you will sign up for groups for that after break.</a:t>
            </a:r>
          </a:p>
          <a:p>
            <a:r>
              <a:rPr lang="en-US" dirty="0"/>
              <a:t>Today we will finish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277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12042</TotalTime>
  <Words>793</Words>
  <Application>Microsoft Macintosh PowerPoint</Application>
  <PresentationFormat>Widescreen</PresentationFormat>
  <Paragraphs>60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  <vt:lpstr>Lecture 5: 2/5/26</vt:lpstr>
      <vt:lpstr>Lecture 6: 2/10/26</vt:lpstr>
      <vt:lpstr>Lecture 7: 2/17/26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235</cp:revision>
  <dcterms:created xsi:type="dcterms:W3CDTF">2023-02-24T14:15:53Z</dcterms:created>
  <dcterms:modified xsi:type="dcterms:W3CDTF">2026-02-17T15:11:53Z</dcterms:modified>
</cp:coreProperties>
</file>