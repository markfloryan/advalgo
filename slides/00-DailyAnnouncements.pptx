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8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  <p:sldId id="512" r:id="rId10"/>
    <p:sldId id="513" r:id="rId11"/>
    <p:sldId id="514" r:id="rId12"/>
    <p:sldId id="515" r:id="rId13"/>
    <p:sldId id="516" r:id="rId14"/>
    <p:sldId id="517" r:id="rId15"/>
    <p:sldId id="518" r:id="rId16"/>
    <p:sldId id="51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2"/>
    <p:restoredTop sz="94492"/>
  </p:normalViewPr>
  <p:slideViewPr>
    <p:cSldViewPr snapToGrid="0" snapToObjects="1">
      <p:cViewPr varScale="1">
        <p:scale>
          <a:sx n="136" d="100"/>
          <a:sy n="136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A559-3086-DC2C-36A6-4597E8CD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D7D48FF-8BC3-94C8-F131-BF49950E1C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2/26/26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A60C6B0-125E-204F-1311-799DAD5F8A0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February is almost over!! Hooray!</a:t>
            </a:r>
          </a:p>
          <a:p>
            <a:r>
              <a:rPr lang="en-US" dirty="0"/>
              <a:t>No attendance check today</a:t>
            </a:r>
          </a:p>
          <a:p>
            <a:r>
              <a:rPr lang="en-US" dirty="0"/>
              <a:t>Fourth homework (Linear Programming) was due Tuesday</a:t>
            </a:r>
          </a:p>
          <a:p>
            <a:pPr lvl="1"/>
            <a:r>
              <a:rPr lang="en-US" dirty="0"/>
              <a:t>We are in the extension period now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Normal lecture for both days this week.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5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D5DF4-EBAA-DE66-9025-145CB8DA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A9E9846-F2D3-7EF2-486E-05347EC8B4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3/10/26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E33523-82C8-7C1F-D833-046445BA6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Linear Programming homework is over.</a:t>
            </a:r>
          </a:p>
          <a:p>
            <a:pPr lvl="1"/>
            <a:r>
              <a:rPr lang="en-US" dirty="0"/>
              <a:t>How did it go? Any issues / problems?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Today we will discuss the project and start getting into teams, etc. </a:t>
            </a:r>
          </a:p>
          <a:p>
            <a:pPr lvl="1"/>
            <a:r>
              <a:rPr lang="en-US" dirty="0"/>
              <a:t>You can have your laptops out for this first part if you want to go ahead and sign up for groups</a:t>
            </a:r>
          </a:p>
          <a:p>
            <a:r>
              <a:rPr lang="en-US" dirty="0"/>
              <a:t>You first quiz (exam) is on Thursday</a:t>
            </a:r>
          </a:p>
          <a:p>
            <a:pPr lvl="1"/>
            <a:r>
              <a:rPr lang="en-US" dirty="0"/>
              <a:t>Example has been posted to Canvas files</a:t>
            </a:r>
          </a:p>
          <a:p>
            <a:r>
              <a:rPr lang="en-US" dirty="0"/>
              <a:t>Today we will discuss the project then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77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8CB-6E9A-7433-4B0D-6E68FE22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F1FF0CC-62B2-3FA0-22DF-D47ABC8FFF8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3/17/26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AF66F60-D8E3-400A-76FA-92CD5C53E4C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we will have lecture on Tuesday and homework lab thingy on Thursday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Computational Geometry homework is releasing on Thursday</a:t>
            </a:r>
          </a:p>
          <a:p>
            <a:pPr lvl="1"/>
            <a:r>
              <a:rPr lang="en-US" dirty="0"/>
              <a:t>You know the drill, bring a laptop to class</a:t>
            </a:r>
          </a:p>
          <a:p>
            <a:pPr lvl="1"/>
            <a:r>
              <a:rPr lang="en-US" dirty="0"/>
              <a:t>Be prepared to discuss an approach to problem with your neighbors</a:t>
            </a:r>
          </a:p>
          <a:p>
            <a:r>
              <a:rPr lang="en-US" dirty="0"/>
              <a:t>Today we will begin the next section, approximation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90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E42E-0010-9260-3D8A-DD75BCAA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5BD79ED-52AF-FC46-3897-EE8315B86A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3/19/26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E3BD3CF-9CD7-E1F1-6AEB-4D69D5E31B6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826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A127D-7150-CC6D-D92D-8C0921B0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7563D56-11B8-9E38-2F13-2A5D64016C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3/24/26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11ECC79-499B-A141-5714-0BF952F1C7B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647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0BF77-24F9-F61C-4149-67F355AE5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1AD9A-D932-E6EE-3732-5824852E45E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3/31/26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ED3C14D-E7D5-00F2-B29E-2CEE035499F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3431357" y="1123950"/>
            <a:ext cx="7794362" cy="51498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pPr lvl="2"/>
            <a:r>
              <a:rPr lang="en-US" dirty="0"/>
              <a:t>You will push these to </a:t>
            </a:r>
            <a:r>
              <a:rPr lang="en-US" dirty="0" err="1"/>
              <a:t>github</a:t>
            </a:r>
            <a:r>
              <a:rPr lang="en-US" dirty="0"/>
              <a:t> repo in the folder as specified on website</a:t>
            </a:r>
          </a:p>
          <a:p>
            <a:r>
              <a:rPr lang="en-US" dirty="0"/>
              <a:t>You should be working on your Cows assignment</a:t>
            </a:r>
          </a:p>
          <a:p>
            <a:pPr lvl="1"/>
            <a:r>
              <a:rPr lang="en-US" dirty="0"/>
              <a:t>How’s it going? Last year’s class thought this one was pretty tough</a:t>
            </a:r>
          </a:p>
          <a:p>
            <a:r>
              <a:rPr lang="en-US" dirty="0"/>
              <a:t>Coming up</a:t>
            </a:r>
          </a:p>
          <a:p>
            <a:pPr lvl="1"/>
            <a:r>
              <a:rPr lang="en-US" dirty="0"/>
              <a:t>Cows (this week)</a:t>
            </a:r>
          </a:p>
          <a:p>
            <a:pPr lvl="1"/>
            <a:r>
              <a:rPr lang="en-US" dirty="0"/>
              <a:t>Project implementations (due next week)</a:t>
            </a:r>
          </a:p>
          <a:p>
            <a:pPr lvl="1"/>
            <a:r>
              <a:rPr lang="en-US" dirty="0"/>
              <a:t>Approximations assignment (Due week after that)</a:t>
            </a:r>
          </a:p>
          <a:p>
            <a:pPr lvl="1"/>
            <a:r>
              <a:rPr lang="en-US" dirty="0"/>
              <a:t>Quiz (week after that)</a:t>
            </a:r>
          </a:p>
          <a:p>
            <a:pPr lvl="1"/>
            <a:r>
              <a:rPr lang="en-US" dirty="0"/>
              <a:t>Project presentations</a:t>
            </a:r>
          </a:p>
          <a:p>
            <a:r>
              <a:rPr lang="en-US" dirty="0"/>
              <a:t>Today we will continue with more approximation algorithms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579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AB0AB-902C-AC52-F1F9-3247B4282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5EB46BB-EF77-9F47-B904-7651EB8E5A3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4/7/26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A2E06CB-5BE3-91E1-A17A-811879E9AD0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2229422" y="1133378"/>
            <a:ext cx="7729979" cy="51498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lecture on Tuesday and HW on Thursday</a:t>
            </a:r>
          </a:p>
          <a:p>
            <a:r>
              <a:rPr lang="en-US" dirty="0"/>
              <a:t>Thursday is HW ”Lab” Day</a:t>
            </a:r>
          </a:p>
          <a:p>
            <a:pPr lvl="1"/>
            <a:r>
              <a:rPr lang="en-US" dirty="0"/>
              <a:t>Last one</a:t>
            </a:r>
          </a:p>
          <a:p>
            <a:pPr lvl="1"/>
            <a:r>
              <a:rPr lang="en-US" dirty="0"/>
              <a:t>You will start the approximations homework</a:t>
            </a:r>
          </a:p>
          <a:p>
            <a:r>
              <a:rPr lang="en-US" dirty="0"/>
              <a:t>Project </a:t>
            </a:r>
          </a:p>
          <a:p>
            <a:pPr lvl="1"/>
            <a:r>
              <a:rPr lang="en-US" dirty="0"/>
              <a:t>Implementation is due TONIGHT!</a:t>
            </a:r>
          </a:p>
          <a:p>
            <a:pPr lvl="1"/>
            <a:r>
              <a:rPr lang="en-US" dirty="0"/>
              <a:t>Make a </a:t>
            </a:r>
            <a:r>
              <a:rPr lang="en-US" dirty="0" err="1"/>
              <a:t>github</a:t>
            </a:r>
            <a:r>
              <a:rPr lang="en-US" dirty="0"/>
              <a:t> pull request as per site instructions to submit.</a:t>
            </a:r>
          </a:p>
          <a:p>
            <a:r>
              <a:rPr lang="en-US" dirty="0"/>
              <a:t>Cows assignment is done. You all did pretty well, but I could tell it was a bit harder</a:t>
            </a:r>
          </a:p>
          <a:p>
            <a:r>
              <a:rPr lang="en-US" dirty="0"/>
              <a:t>Coming up</a:t>
            </a:r>
          </a:p>
          <a:p>
            <a:pPr lvl="1"/>
            <a:r>
              <a:rPr lang="en-US" dirty="0"/>
              <a:t>Project implementations (due next week)</a:t>
            </a:r>
          </a:p>
          <a:p>
            <a:pPr lvl="1"/>
            <a:r>
              <a:rPr lang="en-US" dirty="0"/>
              <a:t>Approximations assignment (Due week after that)</a:t>
            </a:r>
          </a:p>
          <a:p>
            <a:pPr lvl="1"/>
            <a:r>
              <a:rPr lang="en-US" dirty="0"/>
              <a:t>Quiz (week after that)</a:t>
            </a:r>
          </a:p>
          <a:p>
            <a:pPr lvl="1"/>
            <a:r>
              <a:rPr lang="en-US" dirty="0"/>
              <a:t>Project presentations (Last three lectures)</a:t>
            </a:r>
          </a:p>
          <a:p>
            <a:r>
              <a:rPr lang="en-US" dirty="0"/>
              <a:t>Today we start the final topic, Van-Emde Boas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92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C8914-E87D-B619-9E50-9724E1323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6C588A7-FCC2-F0FB-0F6E-0AAA5523443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4/14/26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6EC332-C63E-4C9F-A22A-B8E0326C074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2229422" y="1133378"/>
            <a:ext cx="7729979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Today is the last traditional lecture</a:t>
            </a:r>
          </a:p>
          <a:p>
            <a:r>
              <a:rPr lang="en-US" dirty="0"/>
              <a:t>Approximations homework is out</a:t>
            </a:r>
          </a:p>
          <a:p>
            <a:pPr lvl="1"/>
            <a:r>
              <a:rPr lang="en-US" dirty="0"/>
              <a:t>How is it going?</a:t>
            </a:r>
          </a:p>
          <a:p>
            <a:pPr lvl="1"/>
            <a:r>
              <a:rPr lang="en-US" dirty="0"/>
              <a:t>It is due tonight, but extension possible if needed.</a:t>
            </a:r>
          </a:p>
          <a:p>
            <a:r>
              <a:rPr lang="en-US" dirty="0"/>
              <a:t>Project </a:t>
            </a:r>
          </a:p>
          <a:p>
            <a:pPr lvl="1"/>
            <a:r>
              <a:rPr lang="en-US" dirty="0"/>
              <a:t>Implementation has been submitted</a:t>
            </a:r>
          </a:p>
          <a:p>
            <a:pPr lvl="1"/>
            <a:r>
              <a:rPr lang="en-US" dirty="0"/>
              <a:t>The rest of the project is due on the day of your presentation.</a:t>
            </a:r>
          </a:p>
          <a:p>
            <a:r>
              <a:rPr lang="en-US" dirty="0"/>
              <a:t>Coming up</a:t>
            </a:r>
          </a:p>
          <a:p>
            <a:pPr lvl="1"/>
            <a:r>
              <a:rPr lang="en-US" dirty="0"/>
              <a:t>Approximations assignment (last week, due this week)</a:t>
            </a:r>
          </a:p>
          <a:p>
            <a:pPr lvl="1"/>
            <a:r>
              <a:rPr lang="en-US" dirty="0"/>
              <a:t>Quiz (THIS Thursday, similar structure to last one)</a:t>
            </a:r>
          </a:p>
          <a:p>
            <a:pPr lvl="1"/>
            <a:r>
              <a:rPr lang="en-US" dirty="0"/>
              <a:t>Project presentations (Start next week)</a:t>
            </a:r>
          </a:p>
          <a:p>
            <a:r>
              <a:rPr lang="en-US" dirty="0"/>
              <a:t>Today we finish the final topic, Van-Emde Boas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76392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12067</TotalTime>
  <Words>1853</Words>
  <Application>Microsoft Macintosh PowerPoint</Application>
  <PresentationFormat>Widescreen</PresentationFormat>
  <Paragraphs>172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  <vt:lpstr>Lecture 9: 2/26/26</vt:lpstr>
      <vt:lpstr>Lecture 10: 3/10/26</vt:lpstr>
      <vt:lpstr>Lecture 11: 3/17/26</vt:lpstr>
      <vt:lpstr>Lecture 12: 3/19/26</vt:lpstr>
      <vt:lpstr>Lecture 13: 3/24/26</vt:lpstr>
      <vt:lpstr>Lecture 14: 3/31/26</vt:lpstr>
      <vt:lpstr>Lecture 15: 4/7/26</vt:lpstr>
      <vt:lpstr>Lecture 16: 4/14/26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245</cp:revision>
  <dcterms:created xsi:type="dcterms:W3CDTF">2023-02-24T14:15:53Z</dcterms:created>
  <dcterms:modified xsi:type="dcterms:W3CDTF">2026-04-14T14:24:00Z</dcterms:modified>
</cp:coreProperties>
</file>